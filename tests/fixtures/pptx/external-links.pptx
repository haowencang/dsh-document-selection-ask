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" TargetMode="External"/><Relationship Id="rId2" Type="http://schemas.openxmlformats.org/officeDocument/2006/relationships/hyperlink" Target="javascript:window.__dsaPptxXss=(window.__dsaPptxXss||0)+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PPTX External Link Security Test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 HTTPS</a:t>
            </a:r>
            <a:endParaRPr lang="en-US" sz="1600" dirty="0"/>
          </a:p>
        </p:txBody>
      </p:sp>
      <p:sp>
        <p:nvSpPr>
          <p:cNvPr id="4" name="Text 2">
            <a:hlinkClick r:id="rId2" tooltip=""/>
          </p:cNvPr>
          <p:cNvSpPr/>
          <p:nvPr/>
        </p:nvSpPr>
        <p:spPr>
          <a:xfrm>
            <a:off x="73152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Danger JS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2026-09-17T15:00:45Z</dcterms:created>
  <dcterms:modified xsi:type="dcterms:W3CDTF">2026-09-17T15:00:45Z</dcterms:modified>
</cp:coreProperties>
</file>
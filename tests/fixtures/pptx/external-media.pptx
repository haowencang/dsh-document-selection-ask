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Probe" Type="http://schemas.openxmlformats.org/officeDocument/2006/relationships/image" Target="https://example.invalid/dsa-pptx-probe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External Media Probe Slide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2026-09-17T15:00:45Z</dcterms:created>
  <dcterms:modified xsi:type="dcterms:W3CDTF">2026-09-17T15:00:45Z</dcterms:modified>
</cp:coreProperties>
</file>
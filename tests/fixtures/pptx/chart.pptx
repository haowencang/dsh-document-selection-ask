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2026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  <c:pt idx="3">
                  <c:v>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Quarterly Revenue Chart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Selectable Chart Overview Text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82880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2026-09-17T15:00:45Z</dcterms:created>
  <dcterms:modified xsi:type="dcterms:W3CDTF">2026-09-17T15:00:45Z</dcterms:modified>
</cp:coreProperties>
</file>
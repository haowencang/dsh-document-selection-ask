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notesMasterIdLst>
    <p:notesMasterId r:id="rId1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notesMaster" Target="notesMasters/notesMaster1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heme" Target="theme/theme1.xml"/><Relationship Id="rId1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29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39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49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59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69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69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79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79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89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89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99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99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109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111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112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113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114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115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116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117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118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119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for slide 120 with lightweight selectable text.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120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
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73152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Header Col 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Header Col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Cell Row 1 Col 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Cell Row 1 Col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0320"/>
            <a:ext cx="18288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Embedded Image Caption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